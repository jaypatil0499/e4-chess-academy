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Shipping a live web app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writing a single line of code.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AI Product Manager built E4 Chess Academy using Claude Code, Figma Make, Vercel, Supabase &amp; WhatsApp AI — start to live in days, not months.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4348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44165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 ·  AI Product Manager  ·  e4chessacademy.com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TALKING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product manager who can't code.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day job is writing specs, mocking flows, and handing them to engineers. I don't ship code — I describe what should exist.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my friend asked me to build a website for his chess academy, the honest answer used to be: "I'll find a developer."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737360"/>
            <a:ext cx="28346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737360"/>
            <a:ext cx="73152" cy="2468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 OF 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89320" y="23317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 can describe what I want to Claude Code the same way I'd describe it to a developer — and watch it land in production.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didn't change. The hand-off did.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brief. New hand-off.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862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 → Dev → Wait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spec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/ brief a developer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sprint cycles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every tweak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it ships before the brief changes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288036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83480" y="1691640"/>
            <a:ext cx="3657600" cy="269748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691640"/>
            <a:ext cx="73152" cy="2697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WAY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1208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 → AI → Live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12080" y="26974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screen in plain English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screenshot for the vibe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writes the codebase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→ GitHub → Vercel deploys 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the same afternoon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52D40"/>
          </a:solidFill>
          <a:ln w="12700">
            <a:solidFill>
              <a:srgbClr val="152D4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8229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CHESS ACADEMY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9320" y="1463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champions begin their first move.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98932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e4chessacademy.com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32461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chess coaching for kids 5+, taught by FIDE-titled coaches — from anywhere in the world.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868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business.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1463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domain. A real deadline.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23317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friend runs a chess coaching business. He needed a credible landing experience for parents — beginner, intermediate and advanced course pages, a way to capture interest, and a way to reply fast.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703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54864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pages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194560" y="3703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219456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domain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0480" y="3703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384048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by me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steps. No code.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prompt to a different tool. The PM stays the PM — the tools do the lifting.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791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73152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84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912" y="20116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2860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67919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Make + screenshot trick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874520"/>
            <a:ext cx="26791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874520"/>
            <a:ext cx="73152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984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20116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2860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566160" y="267919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design to Claude Code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874520"/>
            <a:ext cx="26791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874520"/>
            <a:ext cx="73152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55080" y="1984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0116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28600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355080" y="267919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→ Vercel, free &amp; instant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3264408"/>
            <a:ext cx="26791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264408"/>
            <a:ext cx="73152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33741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3401568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7240" y="367588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77240" y="406908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from GoDaddy / Hostinger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337560" y="3264408"/>
            <a:ext cx="26791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37560" y="3264408"/>
            <a:ext cx="73152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566160" y="33741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3401568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566160" y="367588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3566160" y="406908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AI-agentic WhatsApp integration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126480" y="3264408"/>
            <a:ext cx="267919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3264408"/>
            <a:ext cx="73152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355080" y="33741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401568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355080" y="3675888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6355080" y="406908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free Supabase database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without a designer.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Figma Make (or any AI design tool)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423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prompt that describes the page — hero, sections, mood.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718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the vibe with a screenshot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0120" y="3291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loved Whisperflow's fonts and warm tone — I screenshotted it and told the AI to match that aesthetic.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in minutes, not days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60120" y="4160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 until the home page, course pages and sections feel right.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0" y="1737360"/>
            <a:ext cx="3108960" cy="27432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7150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TRICK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715000" y="22402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“Match the font and warm palette of this screenshot.”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71500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prompt gave E4CA its cream + navy + gold identity — no Pantone deck, no brand workshop.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the design to Claude Code.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brief I'd give a developer — written in English, dropped into Claude Code in the terminal.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74920" y="2057400"/>
            <a:ext cx="3611880" cy="242316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0" y="2194560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13248" y="2194560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14416" y="2194560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1579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7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  ~/e4ca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5780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claude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landing page for a chess academy.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the attached design. Three course pages.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Mobile-first. Cream + navy + gold palette.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index.html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beginner.html  intermediate.html  advanced.html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/images /supabase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HANDED OVER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316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41248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Figma Make screens (as images)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1248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I matched the vibe to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copy for each section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5760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pages and what each should do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returned a working multi-page site I could open in the browser.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code to a live URL.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28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site locally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761488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06040" y="1965960"/>
            <a:ext cx="1828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1945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9748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269748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version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761488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663440" y="1965960"/>
            <a:ext cx="1828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19456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5488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75488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on every push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761488"/>
            <a:ext cx="201168" cy="2011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720840" y="1965960"/>
            <a:ext cx="1828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194560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1228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URL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681228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HTTPS, instant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548640" y="4023360"/>
            <a:ext cx="8092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123944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97280" y="40233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Git + GitHub + Vercel are wired once, every Claude Code change is one push away from being live.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it a name people can type.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Vercel URL is great for testing — terrible on a business card. A custom domain makes the site feel like a real business.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BOUGHT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128016" cy="128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GoDaddy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10312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Familiar, easy DNS UI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128016" cy="1280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031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renewals, fast support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532120" y="1783080"/>
            <a:ext cx="31089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32120" y="1783080"/>
            <a:ext cx="3108960" cy="5029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0" y="1947672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70448" y="1947672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947672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514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1500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e4chessacademy.com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715000" y="3520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 / CNAME record at Vercel.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can even walk you through the DNS values.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agent in WhatsApp.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already live in WhatsApp. So the academy should answer there — 24/7, in the parent's tone.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to course questions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vs advanced, age groups, schedule.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08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Qualifies interest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" y="3383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right questions before passing on.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703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to a human cleanly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1440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the conversation, pings the coach.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0" y="1965960"/>
            <a:ext cx="31546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486400" y="1965960"/>
            <a:ext cx="3154680" cy="45720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075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0" y="19933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Chess Academy  ·  online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63640" y="2606040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35508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teach 7-year-olds?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23560" y="31089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FE9D8"/>
          </a:solidFill>
          <a:ln w="12700">
            <a:solidFill>
              <a:srgbClr val="EFE9D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15000" y="312724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Our Beginner track starts at 5. Would you like me to share the schedule and fees?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03720" y="397764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99516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please ✓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every lead. For free.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integrations Claude Code wired in for me — and I never opened a backend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9319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73152" cy="2468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query → straight to inbox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2004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submits the contact form on any course page. Their details land in the working email within seconds — no manual export, no dashboard to check.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2103120"/>
            <a:ext cx="39319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CC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103120"/>
            <a:ext cx="73152" cy="2468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860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DATABASE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37760" y="2743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lead, stored safely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37760" y="32004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holds every submission so we can follow up, segment by interest level, and never lose a parent who reached out.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E4CA · BUILDING WITH CLAUDE CODE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bottleneck moved.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used to be the developer.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it's the clarity of the brief.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2606040" cy="960120"/>
          </a:xfrm>
          <a:prstGeom prst="rect">
            <a:avLst/>
          </a:prstGeom>
          <a:solidFill>
            <a:srgbClr val="152D40"/>
          </a:solidFill>
          <a:ln w="12700">
            <a:solidFill>
              <a:srgbClr val="152D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429000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a 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outcomes, not syntax.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429000"/>
            <a:ext cx="2606040" cy="960120"/>
          </a:xfrm>
          <a:prstGeom prst="rect">
            <a:avLst/>
          </a:prstGeom>
          <a:solidFill>
            <a:srgbClr val="152D40"/>
          </a:solidFill>
          <a:ln w="12700">
            <a:solidFill>
              <a:srgbClr val="15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3429000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real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Make · Claude Code · Vercel · Supabase.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429000"/>
            <a:ext cx="2606040" cy="960120"/>
          </a:xfrm>
          <a:prstGeom prst="rect">
            <a:avLst/>
          </a:prstGeom>
          <a:solidFill>
            <a:srgbClr val="152D40"/>
          </a:solidFill>
          <a:ln w="12700">
            <a:solidFill>
              <a:srgbClr val="152D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429000"/>
            <a:ext cx="54864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493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the same 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in the morning, live URL by evening.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site → e4chessacademy.com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Web Apps with Claude Code — E4CA Case Study</dc:title>
  <dc:subject>PptxGenJS Presentation</dc:subject>
  <dc:creator>Jay</dc:creator>
  <cp:lastModifiedBy>Jay</cp:lastModifiedBy>
  <cp:revision>1</cp:revision>
  <dcterms:created xsi:type="dcterms:W3CDTF">2026-06-02T09:12:56Z</dcterms:created>
  <dcterms:modified xsi:type="dcterms:W3CDTF">2026-06-02T09:12:56Z</dcterms:modified>
</cp:coreProperties>
</file>